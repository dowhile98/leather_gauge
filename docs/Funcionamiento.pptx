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BF678-622A-9ABD-4C54-9735FC222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832E3F-72F2-C045-7004-90C18F441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96E405-5033-0346-6655-11623774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DE4CC3-DF8C-4512-2977-FEF015FC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989B23-1E51-4C3D-B249-F4D891ED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971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7D12A-451F-6ACF-C32E-9DDF02E3A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7FD79B-51F5-666D-7995-360320BDF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B1A6D4-5955-1A5D-1C48-780B3DBB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644C5C-24E0-AC40-00E0-71F8D21D6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ABD7A7-712B-FB77-4EAF-A13A20C1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86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B9FC7-04E1-D730-4F43-1E373708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580379-65B6-DB97-BD0B-959900558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1F6364-000A-31EE-353C-543A1412A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F92475-02A9-19F2-C274-80C6E2B95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CE979E-4DA4-B57D-98B6-8B5E1DA4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4818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2EF06-C074-CE87-3A17-CC93BA71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12454B-2723-604A-86E4-B61EDC559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169208-E1BB-E170-9497-27B4062B5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D3E0ED-DABA-1F9B-F8B1-19814905D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1A8559-859A-7799-09AE-DEB4D25CA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A3C1C1-9AE9-F090-893E-B4EF548F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567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C6B7D-704F-DC28-C394-615E71F1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439F5A-8364-B84C-CDC0-375C25A32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152049-36E9-10B8-B1CE-DE1253F6B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22723D3-A2DA-E28A-AE05-DB9555CA6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CD6ED8-C595-1EF5-9664-0490BA757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2DD0E4-A902-700A-DF2F-DD9A30776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ED232D-2813-8169-D532-A39CBA36C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40C961-3D3D-3456-4BE5-BB654A1C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382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257A4-2446-3DC4-6FA1-C8BB6FA8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774DE1-B01D-00FE-993F-4641EDD3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A50600-52DB-109A-22D4-1637D5BB9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244E87-599E-F826-AFFF-8015B2FAE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113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27534C6-8648-54F2-F13D-4C23BCCA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4ABA1E-7612-DC67-1CFA-373FB321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EFF5AB-BDEA-64F5-A6BE-2ABB4711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64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44B3D-FA0B-6488-ABA6-84AC57270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B30208-C5F4-1069-A76A-C53DABE84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A08174-BE48-C568-EECF-3D59E2694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9FE8C2-FEF5-7F84-08CA-924B4E7A3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9C7B7B-43C6-E06D-808D-E6B96541D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15C4D2-E351-294C-9219-7637799D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06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87A2D-1D55-EF14-4480-E996B40B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8BC06FE-868C-9D95-61FA-53ECEE18E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ED3C21-59EA-3BDD-9F03-7CCF7223A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375584-28F9-CFD5-B629-27FBDBD1B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BC91A9-59D7-F329-7048-F382E130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ABED01-E1B3-C08F-3DED-F031790A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2968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69953-80FB-316B-969D-FB60CD5E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7E7D03-9FE8-8DC9-F829-8BEEF75C4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F9C200-9BDF-3561-FE6B-0B381FBA7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265CAD-412C-A031-62BB-0FCE2B19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6FB44E-27B8-0A82-9616-DCFE19A0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470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016BDE-E73D-5012-BA25-46C3D4209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907776-DBCC-3F7B-E6F7-6815E44B3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A6E454-612D-1C5C-2047-A5B0D66A8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845989-2A12-7673-B7A0-E47A4C4A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4FB0FE-DE1A-A93E-7AC3-BEBF029F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4596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2F683B-B752-62A3-283E-F7C9E1BC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5D76F7-A961-4AF1-49D1-B7C997914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976E12-93B0-8C68-07CC-3202D7AA5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803AE-B6D6-4F2C-A1D9-021A43A4D18A}" type="datetimeFigureOut">
              <a:rPr lang="es-PE" smtClean="0"/>
              <a:t>15/12/2025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02DC1F-2156-7A10-FC6B-016C4A124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1B1EA1-6C26-FC43-0301-D2A67BA01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215D0-D146-4C92-B252-87FADA1F363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874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534964B-A11C-7161-2C2B-B5F08AB07B83}"/>
              </a:ext>
            </a:extLst>
          </p:cNvPr>
          <p:cNvSpPr/>
          <p:nvPr/>
        </p:nvSpPr>
        <p:spPr>
          <a:xfrm>
            <a:off x="6096000" y="1858433"/>
            <a:ext cx="4097867" cy="226906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2" name="Doble onda 11">
            <a:extLst>
              <a:ext uri="{FF2B5EF4-FFF2-40B4-BE49-F238E27FC236}">
                <a16:creationId xmlns:a16="http://schemas.microsoft.com/office/drawing/2014/main" id="{DB03691D-2099-EFB9-2BF6-3B37E8877817}"/>
              </a:ext>
            </a:extLst>
          </p:cNvPr>
          <p:cNvSpPr/>
          <p:nvPr/>
        </p:nvSpPr>
        <p:spPr>
          <a:xfrm rot="1516329">
            <a:off x="6356612" y="2311426"/>
            <a:ext cx="1202266" cy="1126067"/>
          </a:xfrm>
          <a:prstGeom prst="doubleWav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7F1400F5-A26C-06CE-FC54-EF8EDB5D74FB}"/>
              </a:ext>
            </a:extLst>
          </p:cNvPr>
          <p:cNvSpPr/>
          <p:nvPr/>
        </p:nvSpPr>
        <p:spPr>
          <a:xfrm>
            <a:off x="9685867" y="4281683"/>
            <a:ext cx="508000" cy="4826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b="1" dirty="0"/>
              <a:t>M1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2B5B144-4276-B46E-11F0-4B8C95D8EDEF}"/>
              </a:ext>
            </a:extLst>
          </p:cNvPr>
          <p:cNvSpPr txBox="1"/>
          <p:nvPr/>
        </p:nvSpPr>
        <p:spPr>
          <a:xfrm>
            <a:off x="6096000" y="995960"/>
            <a:ext cx="2111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Barra de 110 sensores (10x11 nodos)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7C8920D-183F-5959-6F77-9ADC3093E6A8}"/>
              </a:ext>
            </a:extLst>
          </p:cNvPr>
          <p:cNvSpPr/>
          <p:nvPr/>
        </p:nvSpPr>
        <p:spPr>
          <a:xfrm>
            <a:off x="7984067" y="1447800"/>
            <a:ext cx="287866" cy="30903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17A4DCA-221A-3137-555E-EAD5832CC1CD}"/>
              </a:ext>
            </a:extLst>
          </p:cNvPr>
          <p:cNvSpPr/>
          <p:nvPr/>
        </p:nvSpPr>
        <p:spPr>
          <a:xfrm>
            <a:off x="1392766" y="3365500"/>
            <a:ext cx="1210734" cy="1413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MCU STM32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8C92FBF-5860-68DF-4127-2D3C05C31655}"/>
              </a:ext>
            </a:extLst>
          </p:cNvPr>
          <p:cNvSpPr/>
          <p:nvPr/>
        </p:nvSpPr>
        <p:spPr>
          <a:xfrm>
            <a:off x="787399" y="2053167"/>
            <a:ext cx="1210734" cy="706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HMI 10”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7E72506-08FB-110D-2B44-CED3C4E1083B}"/>
              </a:ext>
            </a:extLst>
          </p:cNvPr>
          <p:cNvSpPr/>
          <p:nvPr/>
        </p:nvSpPr>
        <p:spPr>
          <a:xfrm>
            <a:off x="2488756" y="2220835"/>
            <a:ext cx="1210734" cy="52424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rgbClr val="FF0000"/>
                </a:solidFill>
              </a:rPr>
              <a:t>123.4 cm²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BDB0A0B-87B4-7348-502A-1A2C74762D05}"/>
              </a:ext>
            </a:extLst>
          </p:cNvPr>
          <p:cNvSpPr txBox="1"/>
          <p:nvPr/>
        </p:nvSpPr>
        <p:spPr>
          <a:xfrm>
            <a:off x="2593774" y="3599004"/>
            <a:ext cx="5100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RS485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5D5D67B-B0BE-D908-2A4E-4BEE56D4E140}"/>
              </a:ext>
            </a:extLst>
          </p:cNvPr>
          <p:cNvSpPr txBox="1"/>
          <p:nvPr/>
        </p:nvSpPr>
        <p:spPr>
          <a:xfrm>
            <a:off x="1440412" y="2874460"/>
            <a:ext cx="5100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RS232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4D97DF2-1AE9-413B-49D6-FA92098DAF59}"/>
              </a:ext>
            </a:extLst>
          </p:cNvPr>
          <p:cNvSpPr txBox="1"/>
          <p:nvPr/>
        </p:nvSpPr>
        <p:spPr>
          <a:xfrm>
            <a:off x="650659" y="3881279"/>
            <a:ext cx="5100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RS485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B5BE73AD-A6A9-E9AA-4B0F-7CE84F36A4FA}"/>
              </a:ext>
            </a:extLst>
          </p:cNvPr>
          <p:cNvSpPr/>
          <p:nvPr/>
        </p:nvSpPr>
        <p:spPr>
          <a:xfrm>
            <a:off x="6231467" y="4207935"/>
            <a:ext cx="184662" cy="338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FBC0802-A495-AEA0-33B1-9363AE69326B}"/>
              </a:ext>
            </a:extLst>
          </p:cNvPr>
          <p:cNvSpPr txBox="1"/>
          <p:nvPr/>
        </p:nvSpPr>
        <p:spPr>
          <a:xfrm>
            <a:off x="6416129" y="4258500"/>
            <a:ext cx="6944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ENCODER</a:t>
            </a:r>
          </a:p>
        </p:txBody>
      </p: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EAC4C9AB-1A80-1A8B-1D61-8DB4E49C68B2}"/>
              </a:ext>
            </a:extLst>
          </p:cNvPr>
          <p:cNvCxnSpPr>
            <a:cxnSpLocks/>
            <a:stCxn id="38" idx="2"/>
            <a:endCxn id="44" idx="1"/>
          </p:cNvCxnSpPr>
          <p:nvPr/>
        </p:nvCxnSpPr>
        <p:spPr>
          <a:xfrm rot="5400000" flipH="1">
            <a:off x="3838173" y="2060976"/>
            <a:ext cx="40218" cy="4931033"/>
          </a:xfrm>
          <a:prstGeom prst="bentConnector4">
            <a:avLst>
              <a:gd name="adj1" fmla="val -3479892"/>
              <a:gd name="adj2" fmla="val 1133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711D28B-F0ED-FA02-5568-41885F6C826D}"/>
              </a:ext>
            </a:extLst>
          </p:cNvPr>
          <p:cNvSpPr/>
          <p:nvPr/>
        </p:nvSpPr>
        <p:spPr>
          <a:xfrm>
            <a:off x="1392765" y="4233333"/>
            <a:ext cx="152401" cy="546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C753A0DE-991D-D6DC-F777-A3B984E69B7F}"/>
              </a:ext>
            </a:extLst>
          </p:cNvPr>
          <p:cNvSpPr/>
          <p:nvPr/>
        </p:nvSpPr>
        <p:spPr>
          <a:xfrm>
            <a:off x="2446865" y="3806310"/>
            <a:ext cx="152401" cy="546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6AFAB2C0-AD85-42AE-6444-80B516D990CF}"/>
              </a:ext>
            </a:extLst>
          </p:cNvPr>
          <p:cNvCxnSpPr>
            <a:stCxn id="19" idx="1"/>
            <a:endCxn id="11" idx="0"/>
          </p:cNvCxnSpPr>
          <p:nvPr/>
        </p:nvCxnSpPr>
        <p:spPr>
          <a:xfrm rot="10800000" flipH="1">
            <a:off x="1392766" y="1447801"/>
            <a:ext cx="6735234" cy="2624667"/>
          </a:xfrm>
          <a:prstGeom prst="bentConnector4">
            <a:avLst>
              <a:gd name="adj1" fmla="val -16342"/>
              <a:gd name="adj2" fmla="val 108710"/>
            </a:avLst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: angular 71">
            <a:extLst>
              <a:ext uri="{FF2B5EF4-FFF2-40B4-BE49-F238E27FC236}">
                <a16:creationId xmlns:a16="http://schemas.microsoft.com/office/drawing/2014/main" id="{9EF1CDC2-7F19-42EE-1C3D-ADB9FAAFB0B9}"/>
              </a:ext>
            </a:extLst>
          </p:cNvPr>
          <p:cNvCxnSpPr>
            <a:stCxn id="19" idx="0"/>
            <a:endCxn id="20" idx="2"/>
          </p:cNvCxnSpPr>
          <p:nvPr/>
        </p:nvCxnSpPr>
        <p:spPr>
          <a:xfrm rot="16200000" flipV="1">
            <a:off x="1392767" y="2760133"/>
            <a:ext cx="605366" cy="605367"/>
          </a:xfrm>
          <a:prstGeom prst="bentConnector3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561C2E74-D366-30C6-6680-52EE6DFBBCC4}"/>
              </a:ext>
            </a:extLst>
          </p:cNvPr>
          <p:cNvCxnSpPr>
            <a:cxnSpLocks/>
            <a:stCxn id="49" idx="0"/>
            <a:endCxn id="23" idx="2"/>
          </p:cNvCxnSpPr>
          <p:nvPr/>
        </p:nvCxnSpPr>
        <p:spPr>
          <a:xfrm rot="5400000" flipH="1" flipV="1">
            <a:off x="2277980" y="2990168"/>
            <a:ext cx="1061228" cy="571057"/>
          </a:xfrm>
          <a:prstGeom prst="bentConnector3">
            <a:avLst>
              <a:gd name="adj1" fmla="val 1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ángulo 78">
            <a:extLst>
              <a:ext uri="{FF2B5EF4-FFF2-40B4-BE49-F238E27FC236}">
                <a16:creationId xmlns:a16="http://schemas.microsoft.com/office/drawing/2014/main" id="{75A6B555-C8A0-2BFD-7991-DCE18145BCC1}"/>
              </a:ext>
            </a:extLst>
          </p:cNvPr>
          <p:cNvSpPr/>
          <p:nvPr/>
        </p:nvSpPr>
        <p:spPr>
          <a:xfrm>
            <a:off x="3729565" y="3377746"/>
            <a:ext cx="1020677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000" dirty="0"/>
              <a:t>IMPRESORA</a:t>
            </a:r>
          </a:p>
          <a:p>
            <a:pPr algn="ctr"/>
            <a:r>
              <a:rPr lang="es-PE" sz="1000" dirty="0"/>
              <a:t>MATRICIAL</a:t>
            </a:r>
          </a:p>
        </p:txBody>
      </p:sp>
      <p:cxnSp>
        <p:nvCxnSpPr>
          <p:cNvPr id="81" name="Conector: angular 80">
            <a:extLst>
              <a:ext uri="{FF2B5EF4-FFF2-40B4-BE49-F238E27FC236}">
                <a16:creationId xmlns:a16="http://schemas.microsoft.com/office/drawing/2014/main" id="{B47C3435-AC74-9AE7-248C-D2C68F1835B4}"/>
              </a:ext>
            </a:extLst>
          </p:cNvPr>
          <p:cNvCxnSpPr>
            <a:stCxn id="49" idx="3"/>
            <a:endCxn id="79" idx="1"/>
          </p:cNvCxnSpPr>
          <p:nvPr/>
        </p:nvCxnSpPr>
        <p:spPr>
          <a:xfrm flipV="1">
            <a:off x="2599266" y="3758746"/>
            <a:ext cx="1130299" cy="320614"/>
          </a:xfrm>
          <a:prstGeom prst="bentConnector3">
            <a:avLst>
              <a:gd name="adj1" fmla="val 739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: angular 83">
            <a:extLst>
              <a:ext uri="{FF2B5EF4-FFF2-40B4-BE49-F238E27FC236}">
                <a16:creationId xmlns:a16="http://schemas.microsoft.com/office/drawing/2014/main" id="{5E9A2467-A794-3D78-71AF-5FE7B63FF7F5}"/>
              </a:ext>
            </a:extLst>
          </p:cNvPr>
          <p:cNvCxnSpPr>
            <a:cxnSpLocks/>
            <a:endCxn id="13" idx="4"/>
          </p:cNvCxnSpPr>
          <p:nvPr/>
        </p:nvCxnSpPr>
        <p:spPr>
          <a:xfrm>
            <a:off x="2575311" y="4423518"/>
            <a:ext cx="7364556" cy="340765"/>
          </a:xfrm>
          <a:prstGeom prst="bentConnector4">
            <a:avLst>
              <a:gd name="adj1" fmla="val 12177"/>
              <a:gd name="adj2" fmla="val 21180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EB44114C-5C3C-62F9-9EA4-D1532B71651B}"/>
              </a:ext>
            </a:extLst>
          </p:cNvPr>
          <p:cNvSpPr txBox="1"/>
          <p:nvPr/>
        </p:nvSpPr>
        <p:spPr>
          <a:xfrm>
            <a:off x="2602218" y="3889176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USB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FF88700C-1C11-9242-136D-024275C58155}"/>
              </a:ext>
            </a:extLst>
          </p:cNvPr>
          <p:cNvSpPr txBox="1"/>
          <p:nvPr/>
        </p:nvSpPr>
        <p:spPr>
          <a:xfrm>
            <a:off x="2593774" y="4177297"/>
            <a:ext cx="3369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Q1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2CCF608B-EC9D-867A-4268-E9607FEA30D4}"/>
              </a:ext>
            </a:extLst>
          </p:cNvPr>
          <p:cNvSpPr txBox="1"/>
          <p:nvPr/>
        </p:nvSpPr>
        <p:spPr>
          <a:xfrm>
            <a:off x="878927" y="4300407"/>
            <a:ext cx="2824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I1</a:t>
            </a:r>
          </a:p>
        </p:txBody>
      </p: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37DE24CE-2336-DA8E-0A27-10603983AC96}"/>
              </a:ext>
            </a:extLst>
          </p:cNvPr>
          <p:cNvCxnSpPr>
            <a:cxnSpLocks/>
          </p:cNvCxnSpPr>
          <p:nvPr/>
        </p:nvCxnSpPr>
        <p:spPr>
          <a:xfrm>
            <a:off x="8128000" y="1858433"/>
            <a:ext cx="0" cy="2276964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36DD7366-07FF-3565-4B5D-C03020DB2FE5}"/>
              </a:ext>
            </a:extLst>
          </p:cNvPr>
          <p:cNvCxnSpPr/>
          <p:nvPr/>
        </p:nvCxnSpPr>
        <p:spPr>
          <a:xfrm>
            <a:off x="10428051" y="1858433"/>
            <a:ext cx="0" cy="22690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2FAEA8DA-33C0-72CC-8AD1-1970F1CE92FD}"/>
              </a:ext>
            </a:extLst>
          </p:cNvPr>
          <p:cNvSpPr txBox="1"/>
          <p:nvPr/>
        </p:nvSpPr>
        <p:spPr>
          <a:xfrm>
            <a:off x="10370064" y="2874460"/>
            <a:ext cx="450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2.2m</a:t>
            </a:r>
          </a:p>
        </p:txBody>
      </p:sp>
      <p:cxnSp>
        <p:nvCxnSpPr>
          <p:cNvPr id="105" name="Conector recto de flecha 104">
            <a:extLst>
              <a:ext uri="{FF2B5EF4-FFF2-40B4-BE49-F238E27FC236}">
                <a16:creationId xmlns:a16="http://schemas.microsoft.com/office/drawing/2014/main" id="{82FCD219-5715-4A49-3916-2C6AF5D776EE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1998131" y="4779433"/>
            <a:ext cx="2" cy="240039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F2769469-F927-66FB-0F25-611CDFC1BE70}"/>
              </a:ext>
            </a:extLst>
          </p:cNvPr>
          <p:cNvSpPr txBox="1"/>
          <p:nvPr/>
        </p:nvSpPr>
        <p:spPr>
          <a:xfrm>
            <a:off x="1616757" y="5383143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INICIAR </a:t>
            </a:r>
          </a:p>
        </p:txBody>
      </p:sp>
      <p:pic>
        <p:nvPicPr>
          <p:cNvPr id="108" name="Imagen 107">
            <a:extLst>
              <a:ext uri="{FF2B5EF4-FFF2-40B4-BE49-F238E27FC236}">
                <a16:creationId xmlns:a16="http://schemas.microsoft.com/office/drawing/2014/main" id="{796728AB-5AF0-F833-85C2-52518B05E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749288" y="4989712"/>
            <a:ext cx="339593" cy="447269"/>
          </a:xfrm>
          <a:prstGeom prst="rect">
            <a:avLst/>
          </a:prstGeom>
        </p:spPr>
      </p:pic>
      <p:sp>
        <p:nvSpPr>
          <p:cNvPr id="110" name="CuadroTexto 109">
            <a:extLst>
              <a:ext uri="{FF2B5EF4-FFF2-40B4-BE49-F238E27FC236}">
                <a16:creationId xmlns:a16="http://schemas.microsoft.com/office/drawing/2014/main" id="{B0AA773E-78C8-CE49-A1B0-8C384AE37681}"/>
              </a:ext>
            </a:extLst>
          </p:cNvPr>
          <p:cNvSpPr txBox="1"/>
          <p:nvPr/>
        </p:nvSpPr>
        <p:spPr>
          <a:xfrm>
            <a:off x="2488755" y="1992029"/>
            <a:ext cx="13997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/>
              <a:t>Pantalla LED P10 32x16</a:t>
            </a:r>
          </a:p>
        </p:txBody>
      </p:sp>
    </p:spTree>
    <p:extLst>
      <p:ext uri="{BB962C8B-B14F-4D97-AF65-F5344CB8AC3E}">
        <p14:creationId xmlns:p14="http://schemas.microsoft.com/office/powerpoint/2010/main" val="5657904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31</Words>
  <Application>Microsoft Office PowerPoint</Application>
  <PresentationFormat>Panorámica</PresentationFormat>
  <Paragraphs>17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dandychavez@gmail.com</dc:creator>
  <cp:lastModifiedBy>dandychavez@gmail.com</cp:lastModifiedBy>
  <cp:revision>5</cp:revision>
  <dcterms:created xsi:type="dcterms:W3CDTF">2025-10-26T05:49:32Z</dcterms:created>
  <dcterms:modified xsi:type="dcterms:W3CDTF">2025-12-16T02:41:38Z</dcterms:modified>
</cp:coreProperties>
</file>